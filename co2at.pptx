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3DCD8B-042A-470D-817F-B4B0D8EC1D0B}" v="1" dt="2026-08-03T16:04:52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1EAD-2865-9071-DE13-EA9AB5FA5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73B2C-458D-0B53-D29C-AD42B03F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AABA2-9D92-1171-0E89-837B256F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33633-C7FF-42F6-38E1-54DF5F6A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DD11-260E-7F62-AEBC-EE581051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02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3B5A-7DE6-16F8-72A0-934DC06F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32155-718E-09F3-DF65-2B3FEA7C4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987F6-658A-A016-57EC-56F49190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0054-F691-3327-DF51-30B7AB4C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29CF-73C2-7632-1586-38910C5A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4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9341-2219-DF4D-5C51-EAA98A1E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91C1A-B6F8-3FF9-DD17-F2BF4F58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27F33-3B79-C646-90DF-91E323FA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7663-5459-9861-E43D-44CBA61D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A71C-C26A-44D4-1D31-99B790C4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9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8388-8EC7-1798-8097-014C2E2A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4FFA-925B-D912-353D-7BB580ADC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A2809-7D0F-E85B-0D97-69EE87510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D4892-7ADA-DE34-3050-EA4888FA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3DCEB-B570-5F46-9BB4-2E360F16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4A760-6728-B99F-DE92-FE5B3C54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38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3D03-DEC6-70F2-4773-A73EC6E9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5AAF9-C037-75D6-921C-3051BDB48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BA734-BF41-9F6C-B8A2-C97278BAA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394A2-D145-0856-90FD-F0C5C785C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1DEA21-CF3E-3040-3581-B21EC51D5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53BB6-BBAB-5DC2-A8E3-6F969917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21870-F9F1-EC77-C7C4-651B2D3B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5177-64C2-860C-056F-37561AB0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4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52FF-A0F3-E6E5-D4F2-C072D339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503B1-36C8-A38B-CD3F-649779C7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E7D62-B065-19BC-3E6C-9DC32352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88A28-ECE6-B3F1-9EC1-910CC326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74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BC2DB-15AA-750C-D29B-D4E00852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981EB-D1E6-5A5D-3301-1FED085F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DD0FE-186B-C7B3-3D34-4D26C95D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5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BAA6-5A5D-80A8-582A-ABFEA551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1EAA-6BC5-1DA3-77B4-823B01F1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25FBF-66F0-33B0-A154-BC42C8EE0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E2166-B1B2-B403-B0F1-35CCF55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D7B03-0027-5667-D29C-1A0E40DB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5B2C-FB69-CA87-9208-57BD6DB2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3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822A-6D5F-CD97-CBBB-764F9A1A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AB2FE-97FA-0B2A-D785-2C95EECF8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2BB76-A0DC-65B1-394E-4EFBA4ED3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DCB3C-183F-F37D-E9C0-83A3E71D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48E2A-A200-0F83-40FF-A38D6B55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3C249-1402-CF38-5778-412C50A5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65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A60A-4D45-EDC9-1279-A5CAA141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DA0D0-026C-A34C-BD69-230030951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AF57-A6B3-439D-6719-1E1F63374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AAE9-EB7A-DD14-E1CD-B974D99D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44D2-FAD4-A896-DF88-DAD2DD67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3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039FF-2635-49C0-6D66-C05884F4D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6F0D5-8A9B-B8DD-3AB2-23365C1DB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54180-3AF2-CA6D-1199-94FDC89B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9317-A596-AD1A-0C0B-9526B10FC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281FE-AC8E-CAE5-8FC3-5205A146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3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DC054-0E09-B7D9-0C20-C7292455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E7C33-ACB2-D854-1EF0-10E65D78E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F07CB-F498-2D42-F17E-A1969D46A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1262-E105-34F2-630B-1CF68D459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EF087-2CE4-E4D9-9371-85783CC4A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0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D6FD0B-68EA-AB80-F5E3-5D34F183C7DD}"/>
              </a:ext>
            </a:extLst>
          </p:cNvPr>
          <p:cNvSpPr txBox="1"/>
          <p:nvPr/>
        </p:nvSpPr>
        <p:spPr>
          <a:xfrm>
            <a:off x="3775587" y="98324"/>
            <a:ext cx="53684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 err="1"/>
              <a:t>Source_Code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C5BDA-BAA4-1434-E1BD-67B768600B97}"/>
              </a:ext>
            </a:extLst>
          </p:cNvPr>
          <p:cNvSpPr txBox="1"/>
          <p:nvPr/>
        </p:nvSpPr>
        <p:spPr>
          <a:xfrm>
            <a:off x="255639" y="573367"/>
            <a:ext cx="838691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Program to find the Minimum and Maximum values in a list</a:t>
            </a:r>
          </a:p>
          <a:p>
            <a:r>
              <a:rPr lang="en-US" dirty="0"/>
              <a:t># Corrected version of the given code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min_max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# Check if the list is empty</a:t>
            </a:r>
          </a:p>
          <a:p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== 0:</a:t>
            </a:r>
          </a:p>
          <a:p>
            <a:r>
              <a:rPr lang="en-US" dirty="0"/>
              <a:t>        return None</a:t>
            </a:r>
          </a:p>
          <a:p>
            <a:endParaRPr lang="en-US" dirty="0"/>
          </a:p>
          <a:p>
            <a:r>
              <a:rPr lang="en-US" dirty="0"/>
              <a:t>    # Initialize minimum and maximum with the first element</a:t>
            </a:r>
          </a:p>
          <a:p>
            <a:r>
              <a:rPr lang="en-US" dirty="0"/>
              <a:t>    </a:t>
            </a:r>
            <a:r>
              <a:rPr lang="en-US" dirty="0" err="1"/>
              <a:t>mn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[0]</a:t>
            </a:r>
          </a:p>
          <a:p>
            <a:r>
              <a:rPr lang="en-US" dirty="0"/>
              <a:t>    mx = </a:t>
            </a:r>
            <a:r>
              <a:rPr lang="en-US" dirty="0" err="1"/>
              <a:t>arr</a:t>
            </a:r>
            <a:r>
              <a:rPr lang="en-US" dirty="0"/>
              <a:t>[0]</a:t>
            </a:r>
          </a:p>
          <a:p>
            <a:endParaRPr lang="en-US" dirty="0"/>
          </a:p>
          <a:p>
            <a:r>
              <a:rPr lang="en-US" dirty="0"/>
              <a:t>    # Traverse the remaining elements</a:t>
            </a:r>
          </a:p>
          <a:p>
            <a:r>
              <a:rPr lang="en-US" dirty="0"/>
              <a:t>    for x in </a:t>
            </a:r>
            <a:r>
              <a:rPr lang="en-US" dirty="0" err="1"/>
              <a:t>arr</a:t>
            </a:r>
            <a:r>
              <a:rPr lang="en-US" dirty="0"/>
              <a:t>[1:]:</a:t>
            </a:r>
          </a:p>
          <a:p>
            <a:r>
              <a:rPr lang="en-US" dirty="0"/>
              <a:t>        # Update minimum if a smaller element is found</a:t>
            </a:r>
          </a:p>
          <a:p>
            <a:r>
              <a:rPr lang="en-US" dirty="0"/>
              <a:t>        if x &lt; </a:t>
            </a:r>
            <a:r>
              <a:rPr lang="en-US" dirty="0" err="1"/>
              <a:t>mn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 err="1"/>
              <a:t>mn</a:t>
            </a:r>
            <a:r>
              <a:rPr lang="en-US" dirty="0"/>
              <a:t> = x</a:t>
            </a:r>
          </a:p>
          <a:p>
            <a:endParaRPr lang="en-US" dirty="0"/>
          </a:p>
          <a:p>
            <a:r>
              <a:rPr lang="en-US" dirty="0"/>
              <a:t>        # Update maximum if a larger element is found</a:t>
            </a:r>
          </a:p>
          <a:p>
            <a:r>
              <a:rPr lang="en-US" dirty="0"/>
              <a:t>        if x &gt; mx:</a:t>
            </a:r>
          </a:p>
          <a:p>
            <a:r>
              <a:rPr lang="en-US" dirty="0"/>
              <a:t>            mx = x</a:t>
            </a:r>
          </a:p>
          <a:p>
            <a:r>
              <a:rPr lang="en-US" dirty="0"/>
              <a:t>minimum, maximum = </a:t>
            </a:r>
            <a:r>
              <a:rPr lang="en-US" dirty="0" err="1"/>
              <a:t>min_max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449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777291-F11E-1F80-2B2A-340B64422A0B}"/>
              </a:ext>
            </a:extLst>
          </p:cNvPr>
          <p:cNvSpPr txBox="1"/>
          <p:nvPr/>
        </p:nvSpPr>
        <p:spPr>
          <a:xfrm>
            <a:off x="1848465" y="609600"/>
            <a:ext cx="72955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Time Complexity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Best Case:</a:t>
            </a:r>
            <a:r>
              <a:rPr lang="en-IN" dirty="0"/>
              <a:t> </a:t>
            </a:r>
            <a:r>
              <a:rPr lang="en-IN" b="1" dirty="0"/>
              <a:t>O(n)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Average Case:</a:t>
            </a:r>
            <a:r>
              <a:rPr lang="en-IN" dirty="0"/>
              <a:t> </a:t>
            </a:r>
            <a:r>
              <a:rPr lang="en-IN" b="1" dirty="0"/>
              <a:t>O(n)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Worst Case:</a:t>
            </a:r>
            <a:r>
              <a:rPr lang="en-IN" dirty="0"/>
              <a:t> </a:t>
            </a:r>
            <a:r>
              <a:rPr lang="en-IN" b="1" dirty="0"/>
              <a:t>O(n)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The algorithm scans the array only once, making it a brute-force linear scan.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O(1)</a:t>
            </a:r>
            <a:r>
              <a:rPr lang="en-IN" dirty="0"/>
              <a:t> (Constant extra space)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None/>
            </a:pPr>
            <a:r>
              <a:rPr lang="en-IN" dirty="0"/>
              <a:t>The corrected program properly tracks both the minimum and maximum values by: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Updating the minimum only when a smaller element is encountered.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Updating the maximum only when a larger element is encountered. </a:t>
            </a:r>
          </a:p>
          <a:p>
            <a:pPr>
              <a:buNone/>
            </a:pPr>
            <a:r>
              <a:rPr lang="en-IN" dirty="0"/>
              <a:t>The solution is efficient, readable, and maintains the original brute-force linear scan approach.</a:t>
            </a:r>
          </a:p>
        </p:txBody>
      </p:sp>
    </p:spTree>
    <p:extLst>
      <p:ext uri="{BB962C8B-B14F-4D97-AF65-F5344CB8AC3E}">
        <p14:creationId xmlns:p14="http://schemas.microsoft.com/office/powerpoint/2010/main" val="33890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C237EE-14BD-389F-BBF5-22D76B7FC9EB}"/>
              </a:ext>
            </a:extLst>
          </p:cNvPr>
          <p:cNvSpPr txBox="1"/>
          <p:nvPr/>
        </p:nvSpPr>
        <p:spPr>
          <a:xfrm>
            <a:off x="4591664" y="186813"/>
            <a:ext cx="5132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B0789-AD3C-58BB-8A52-81A3218ED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076"/>
            <a:ext cx="12192000" cy="578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6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 Aryanan</dc:creator>
  <cp:lastModifiedBy>Devan Aryanan</cp:lastModifiedBy>
  <cp:revision>2</cp:revision>
  <dcterms:created xsi:type="dcterms:W3CDTF">2026-08-03T15:54:29Z</dcterms:created>
  <dcterms:modified xsi:type="dcterms:W3CDTF">2026-08-03T16:06:51Z</dcterms:modified>
</cp:coreProperties>
</file>